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3"/>
  </p:normalViewPr>
  <p:slideViewPr>
    <p:cSldViewPr snapToGrid="0" snapToObjects="1">
      <p:cViewPr>
        <p:scale>
          <a:sx n="49" d="100"/>
          <a:sy n="49" d="100"/>
        </p:scale>
        <p:origin x="-450" y="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53263-4922-914C-AB09-A4F58B590D1D}" type="datetimeFigureOut">
              <a:rPr lang="fr-FR" smtClean="0"/>
              <a:t>27/05/2017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B9F14DA-8414-D041-A538-6CE4DC0A6522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6000" dirty="0" smtClean="0"/>
              <a:t>Gestion </a:t>
            </a:r>
            <a:r>
              <a:rPr lang="fr-FR" sz="6000" dirty="0" smtClean="0"/>
              <a:t>des risques</a:t>
            </a:r>
            <a:endParaRPr lang="fr-FR" sz="60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Jean-Marc Desharnais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618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Ordre de présentation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Définition du risque et questions que l’on peut se poser pour gérer </a:t>
            </a:r>
            <a:r>
              <a:rPr lang="fr-FR" dirty="0" smtClean="0"/>
              <a:t>les risques</a:t>
            </a:r>
            <a:endParaRPr lang="fr-FR" dirty="0" smtClean="0"/>
          </a:p>
          <a:p>
            <a:r>
              <a:rPr lang="fr-CA" dirty="0"/>
              <a:t>Un exemple d’étude </a:t>
            </a:r>
            <a:r>
              <a:rPr lang="fr-CA" dirty="0" smtClean="0"/>
              <a:t>des risques </a:t>
            </a:r>
            <a:r>
              <a:rPr lang="fr-CA" dirty="0"/>
              <a:t>(feuille)</a:t>
            </a:r>
            <a:r>
              <a:rPr lang="fr-FR" dirty="0"/>
              <a:t> </a:t>
            </a:r>
            <a:endParaRPr lang="fr-FR" dirty="0" smtClean="0"/>
          </a:p>
          <a:p>
            <a:r>
              <a:rPr lang="fr-FR" dirty="0" smtClean="0"/>
              <a:t>Une étude </a:t>
            </a:r>
            <a:r>
              <a:rPr lang="fr-FR" dirty="0" smtClean="0"/>
              <a:t>de(s) risque(s) </a:t>
            </a:r>
            <a:r>
              <a:rPr lang="fr-FR" dirty="0" smtClean="0"/>
              <a:t>de votre projet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751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Analyse des risques de votre projet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Utiliser la planification de votre projet pour analyser ses risques</a:t>
            </a:r>
          </a:p>
          <a:p>
            <a:r>
              <a:rPr lang="fr-FR" dirty="0" smtClean="0"/>
              <a:t>Prenez l’exemple fourni dans le cours pour faire cette analyse</a:t>
            </a:r>
          </a:p>
          <a:p>
            <a:r>
              <a:rPr lang="fr-FR" dirty="0" smtClean="0"/>
              <a:t>Commencez cette analyse en classe </a:t>
            </a:r>
          </a:p>
          <a:p>
            <a:r>
              <a:rPr lang="fr-FR" dirty="0" smtClean="0"/>
              <a:t>Je vais rencontrer chaque équipe pour discuter de votre analyse</a:t>
            </a:r>
          </a:p>
          <a:p>
            <a:r>
              <a:rPr lang="fr-FR" dirty="0" smtClean="0"/>
              <a:t>Finalisez cette analyse et en faire une section dans votre document </a:t>
            </a:r>
            <a:r>
              <a:rPr lang="fr-FR" smtClean="0"/>
              <a:t>de planification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646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</TotalTime>
  <Words>93</Words>
  <Application>Microsoft Office PowerPoint</Application>
  <PresentationFormat>Personnalisé</PresentationFormat>
  <Paragraphs>12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Galerie</vt:lpstr>
      <vt:lpstr>Gestion des risques</vt:lpstr>
      <vt:lpstr>Ordre de présentation</vt:lpstr>
      <vt:lpstr>Analyse des risques de votre projet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du risque</dc:title>
  <dc:creator>Utilisateur de Microsoft Office</dc:creator>
  <cp:lastModifiedBy>Yhauptmann2</cp:lastModifiedBy>
  <cp:revision>3</cp:revision>
  <dcterms:created xsi:type="dcterms:W3CDTF">2017-05-25T19:00:47Z</dcterms:created>
  <dcterms:modified xsi:type="dcterms:W3CDTF">2017-05-27T17:22:49Z</dcterms:modified>
</cp:coreProperties>
</file>